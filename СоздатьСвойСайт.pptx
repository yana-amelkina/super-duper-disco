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17026-56D3-4747-9B22-387CFDCCF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C4EDD-CE9C-43B6-93B1-614368E9F7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7736CA-55D5-45C9-89BB-158FDA6904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92CE19-D233-4373-BD51-56CDFA37B2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A6B4CCD-930A-4AC7-864E-4E086E5437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FEF900-7C3E-4DE2-974B-EF082B41E9B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C2EC38-9867-478C-A8E1-5B412913D5B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E6B2C-ABB3-4235-AD85-8BD57D4BA83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82A206-50CA-41B0-9528-B3F379C0076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AF8DCF-23B9-4CD5-9BD9-657398518A9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4ADE43-2554-46E0-B9CE-B66CA20DEA0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6EA67A-3889-4619-A77E-74ADA983F7F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C1E61F-9A8F-4332-B7CB-EA2224F71AA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992568-CA88-4A64-8EAF-46B7718F622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92A0B8-ABD5-4857-A343-5EAF9A1A555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68391D-0F25-47FA-9A5A-8154C6BE29C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tilda.cc/ru/" TargetMode="External"/><Relationship Id="rId2" Type="http://schemas.openxmlformats.org/officeDocument/2006/relationships/hyperlink" Target="https://tilda.cc/ru/" TargetMode="Externa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С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оздание персонального сайта (для включения в свое резюме)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87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Инструкция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0" y="1996200"/>
            <a:ext cx="12191760" cy="48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  <a:ea typeface="Tahoma"/>
              </a:rPr>
              <a:t>1 Откройте сайт</a:t>
            </a:r>
            <a:r>
              <a:rPr b="0" lang="en" sz="2400" strike="noStrike" u="sng">
                <a:solidFill>
                  <a:schemeClr val="dk1"/>
                </a:solidFill>
                <a:uFillTx/>
                <a:latin typeface="Calibri"/>
                <a:ea typeface="Tahoma"/>
                <a:hlinkClick r:id="rId1"/>
              </a:rPr>
              <a:t>https://tilda.cc/ru/</a:t>
            </a:r>
            <a:r>
              <a:rPr b="0" lang="en" sz="2400" strike="noStrike" u="sng">
                <a:solidFill>
                  <a:schemeClr val="dk1"/>
                </a:solidFill>
                <a:uFillTx/>
                <a:latin typeface="Calibri"/>
                <a:ea typeface="Tahoma"/>
                <a:hlinkClick r:id="rId2"/>
              </a:rPr>
              <a:t>https://tilda.cc/ru/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2 Пройдите регистрацию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нажав на кнопку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3 Появится диалоговое окно создания сайта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Введите Заголовок – Мой проект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. Н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ажмите на кнопку Создать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2" name="Рисунок 4" descr=""/>
          <p:cNvPicPr/>
          <p:nvPr/>
        </p:nvPicPr>
        <p:blipFill>
          <a:blip r:embed="rId3"/>
          <a:stretch/>
        </p:blipFill>
        <p:spPr>
          <a:xfrm>
            <a:off x="5980680" y="2221560"/>
            <a:ext cx="2349000" cy="107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Рисунок 6" descr=""/>
          <p:cNvPicPr/>
          <p:nvPr/>
        </p:nvPicPr>
        <p:blipFill>
          <a:blip r:embed="rId4"/>
          <a:stretch/>
        </p:blipFill>
        <p:spPr>
          <a:xfrm>
            <a:off x="2709720" y="3027600"/>
            <a:ext cx="5872680" cy="295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11760" y="163440"/>
            <a:ext cx="9143640" cy="99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Инструкция (продолжение)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0" y="1315800"/>
            <a:ext cx="12191760" cy="55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4 Нажмите на кнопку Создать новую страницу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5 Выберите в качестве шаблона в разделе Бизнес форму Психотерапевт и нажмите Выбрать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6" name="Рисунок 6" descr=""/>
          <p:cNvPicPr/>
          <p:nvPr/>
        </p:nvPicPr>
        <p:blipFill>
          <a:blip r:embed="rId1"/>
          <a:stretch/>
        </p:blipFill>
        <p:spPr>
          <a:xfrm>
            <a:off x="145080" y="1706400"/>
            <a:ext cx="77720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8" descr=""/>
          <p:cNvPicPr/>
          <p:nvPr/>
        </p:nvPicPr>
        <p:blipFill>
          <a:blip r:embed="rId2"/>
          <a:stretch/>
        </p:blipFill>
        <p:spPr>
          <a:xfrm>
            <a:off x="145080" y="3606480"/>
            <a:ext cx="5761080" cy="227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34520" y="0"/>
            <a:ext cx="914364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Инструкция (продолжение)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0" y="1126440"/>
            <a:ext cx="12191760" cy="573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6 Откроется страница с созданным сайтом на базе шаблона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" name="Рисунок 4" descr=""/>
          <p:cNvPicPr/>
          <p:nvPr/>
        </p:nvPicPr>
        <p:blipFill>
          <a:blip r:embed="rId1"/>
          <a:stretch/>
        </p:blipFill>
        <p:spPr>
          <a:xfrm>
            <a:off x="156240" y="1469520"/>
            <a:ext cx="7772040" cy="450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10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Инструкция (продолжение)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0" y="1041120"/>
            <a:ext cx="12191760" cy="58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7 Выберите сайт (Мой проект)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8 Нажмите на кнопку Настройки сайта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9 Сделайте по образцу ниже и сфотографируйте адрес Вашей странички –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10 Нажмите Сохранить изменения и перейдите по ссылке Мой проект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3" name="Рисунок 4" descr=""/>
          <p:cNvPicPr/>
          <p:nvPr/>
        </p:nvPicPr>
        <p:blipFill>
          <a:blip r:embed="rId1"/>
          <a:stretch/>
        </p:blipFill>
        <p:spPr>
          <a:xfrm>
            <a:off x="111600" y="1436040"/>
            <a:ext cx="7772040" cy="4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Рисунок 6" descr=""/>
          <p:cNvPicPr/>
          <p:nvPr/>
        </p:nvPicPr>
        <p:blipFill>
          <a:blip r:embed="rId2"/>
          <a:stretch/>
        </p:blipFill>
        <p:spPr>
          <a:xfrm>
            <a:off x="111600" y="2308680"/>
            <a:ext cx="7772040" cy="102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Рисунок 8" descr=""/>
          <p:cNvPicPr/>
          <p:nvPr/>
        </p:nvPicPr>
        <p:blipFill>
          <a:blip r:embed="rId3"/>
          <a:stretch/>
        </p:blipFill>
        <p:spPr>
          <a:xfrm>
            <a:off x="111600" y="3662280"/>
            <a:ext cx="7772040" cy="241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96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Инструкция (продолжение)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0" y="1037160"/>
            <a:ext cx="12191760" cy="58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AutoNum type="arabicPlain" startAt="11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Редактирование содержимого в любом блоке на персональной страничке должно происходит по нажатию на кнопку Контент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12 После внесенных изменений необходимо нажимать на кнопку Сохранить и Закрыть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13 ВСЕ блоки сайта отредактируйте согласно своему видению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8" name="Рисунок 4" descr=""/>
          <p:cNvPicPr/>
          <p:nvPr/>
        </p:nvPicPr>
        <p:blipFill>
          <a:blip r:embed="rId1"/>
          <a:stretch/>
        </p:blipFill>
        <p:spPr>
          <a:xfrm>
            <a:off x="434880" y="1871280"/>
            <a:ext cx="7772040" cy="311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353320" cy="102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Инструкция (продолжение)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0" y="1026000"/>
            <a:ext cx="12191760" cy="583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14 Нажмите Опубликовать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15 Запомните адрес Вашей страницы сайта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16 Перезагрузите компьютер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17 Зайдите на Ваш сайт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18 Поделитесь адресами сайтов с ребятами и откройте их сайты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Рисунок 4" descr=""/>
          <p:cNvPicPr/>
          <p:nvPr/>
        </p:nvPicPr>
        <p:blipFill>
          <a:blip r:embed="rId1"/>
          <a:stretch/>
        </p:blipFill>
        <p:spPr>
          <a:xfrm>
            <a:off x="334440" y="2052000"/>
            <a:ext cx="7772040" cy="251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2025-11-07T19:50:04Z</dcterms:created>
  <dc:creator>Елена Демидова</dc:creator>
  <dc:description/>
  <dc:language>ru-RU</dc:language>
  <cp:lastModifiedBy/>
  <dcterms:modified xsi:type="dcterms:W3CDTF">2025-11-17T11:12:36Z</dcterms:modified>
  <cp:revision>22</cp:revision>
  <dc:subject/>
  <dc:title>Создание персонального сайта (для включения в свое резюме)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7</vt:r8>
  </property>
</Properties>
</file>